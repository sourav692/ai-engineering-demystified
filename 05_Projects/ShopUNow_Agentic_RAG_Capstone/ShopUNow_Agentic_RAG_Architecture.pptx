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6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168" y="9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312"/>
            <a:ext cx="16256000" cy="9067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DF0FB8-06FB-DF41-9219-443D277B1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4200" y="8636259"/>
            <a:ext cx="41656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E3A47F-90E6-8A77-8581-D08F008E9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3843000" y="8834089"/>
            <a:ext cx="2286000" cy="2718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5AFE68-AC45-9011-3DEF-FE3D228A6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3957610" y="8815504"/>
            <a:ext cx="2286000" cy="2718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7284BE-93B7-0CC1-B214-35D1E96C0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3843000" y="8834089"/>
            <a:ext cx="2286000" cy="2718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4BB331-2FFF-4EF5-467A-54FB3C526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3843000" y="8834089"/>
            <a:ext cx="2286000" cy="2718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F381B-2CC2-41F2-732E-54174B335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3843000" y="8784837"/>
            <a:ext cx="2286000" cy="2718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8AA88A-F037-94A0-DBFF-2A09C4CCA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3955751" y="8834089"/>
            <a:ext cx="2286000" cy="2718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1B0D21-66B4-DF96-D0FC-FAF042350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3955751" y="8834089"/>
            <a:ext cx="2286000" cy="2718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4DBBEB-3D55-BF41-459D-1C52EA3C7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3955751" y="8834089"/>
            <a:ext cx="2286000" cy="2718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9" y="5111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AAF3DE-8B63-93D8-FF0A-627236C96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3955751" y="8834089"/>
            <a:ext cx="2286000" cy="2718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B3A939-2F9D-E3C3-ACB6-72895D18D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3955751" y="8834089"/>
            <a:ext cx="2286000" cy="2718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FEB57F-6448-2B59-751F-C5D006B5D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3955751" y="8834089"/>
            <a:ext cx="2286000" cy="2718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9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317D09-DB06-D745-EC38-9A90FC1BB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3955751" y="8834089"/>
            <a:ext cx="2286000" cy="2718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4C632A-5DB7-BB7E-BC8A-8F6979574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3955751" y="8834089"/>
            <a:ext cx="2286000" cy="2718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Custom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Sourav Banerjee</cp:lastModifiedBy>
  <cp:revision>2</cp:revision>
  <dcterms:created xsi:type="dcterms:W3CDTF">2006-08-16T00:00:00Z</dcterms:created>
  <dcterms:modified xsi:type="dcterms:W3CDTF">2026-03-25T02:23:47Z</dcterms:modified>
</cp:coreProperties>
</file>