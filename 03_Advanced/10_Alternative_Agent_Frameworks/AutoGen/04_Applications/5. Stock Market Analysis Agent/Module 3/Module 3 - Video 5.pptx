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93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112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Building AI Agents with </a:t>
            </a:r>
            <a:r>
              <a:rPr lang="en-US" dirty="0" err="1"/>
              <a:t>AutoGen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0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and Tools for Financial Analysis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FBB63-25D2-40C6-8D2B-3438AD6F2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28" y="1557124"/>
            <a:ext cx="11797143" cy="48021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7B9691-6F71-4778-A012-5806C5AB3675}"/>
              </a:ext>
            </a:extLst>
          </p:cNvPr>
          <p:cNvSpPr/>
          <p:nvPr/>
        </p:nvSpPr>
        <p:spPr>
          <a:xfrm>
            <a:off x="197428" y="1523473"/>
            <a:ext cx="11797143" cy="3308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71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Agent </a:t>
            </a:r>
            <a:r>
              <a:rPr lang="en-US" dirty="0"/>
              <a:t>Orchestration – Group Chat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32D2C5-3839-499F-80D7-B384F361E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82533"/>
            <a:ext cx="10448365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Workflow: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1: Register Tools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Technical Analysis →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technical_analyst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Risk Assessment &amp; Strategy Signal →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strategy_agent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Fetch →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finance_reporting_analyst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2: Initiate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GroupChat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Participants: user,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finance_reporting_analyst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technical_analyst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strategy_agent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Orchestration via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GroupChatManager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LLM Config: temperature=0.5, timeout=280s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3: Execute User Request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Chat flow: Round-robin speaker selection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Results retrieved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chat_history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35924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106</Words>
  <Application>Microsoft Office PowerPoint</Application>
  <PresentationFormat>Widescreen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Module 3</vt:lpstr>
      <vt:lpstr>Agents and Tools for Financial Analysis </vt:lpstr>
      <vt:lpstr>Agent Orchestration – Group Chat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30</cp:revision>
  <dcterms:created xsi:type="dcterms:W3CDTF">2025-06-08T18:26:10Z</dcterms:created>
  <dcterms:modified xsi:type="dcterms:W3CDTF">2025-06-21T10:40:45Z</dcterms:modified>
</cp:coreProperties>
</file>