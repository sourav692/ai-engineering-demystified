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4" r:id="rId2"/>
    <p:sldId id="259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40" autoAdjust="0"/>
  </p:normalViewPr>
  <p:slideViewPr>
    <p:cSldViewPr snapToGrid="0">
      <p:cViewPr varScale="1">
        <p:scale>
          <a:sx n="85" d="100"/>
          <a:sy n="85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1733-EF01-405F-A774-5B3C484FB4C3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406C-61BF-4D43-BAF7-5EC06AD04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3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93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112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15DC-FAF4-449A-9727-05942D557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CD23A-2CAC-4927-ADE7-D61192A33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69D7C-1D80-4097-8A48-1F557902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CF1B-91AD-4846-98C3-F69A21F9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758D-4EA4-40BE-92B0-816E8B0C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507B-6A40-49BA-9082-21EAF3C4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C085-112A-4FD5-B6D1-10F9CE46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D3A9-1752-4809-9570-C3FD23F0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8022-0011-43BF-8FB0-EDC1CAD0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2E453-23FC-407B-9D2D-AB329E40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0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99B-F7E2-43F7-A489-6E324723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5545-787A-480A-9761-545EAC3A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4AA8-7EF4-40ED-A620-BEEA1358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1B83-4E36-4DF4-9B05-C1A69363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45AE-66EF-404F-A29A-4A4A5765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9C9E-F5FB-4D31-98E9-8B56AC1F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24B6-F9EE-4816-8178-4D2FA4481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C0887-2EC0-4E63-994C-58B194B6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563A8-2ABE-48F3-B908-E074ED5B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94EDB-FA50-43CA-A3C7-D2AF0A92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8BAD-4F95-42A5-AB15-7CD5A25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7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652E-86DF-402B-B9D7-83D3ABC1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3FFF-59D3-4FD6-B497-926B7B81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BBBC-B136-4F3F-B3A3-E88B72842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BEE56-77F5-4052-8351-345C695E2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3E99-6293-4555-9598-01069D74D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094D2-69ED-42EA-A0C9-3B16B9E1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2A7A7-B154-4B35-8773-DD2E0F4C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C497B-635C-4A02-8B29-56C1AB67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31F-F55C-4170-B952-6054D273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B9C22-DDC6-4FFD-856E-D2488D87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34500-A041-429F-8AD7-1437F472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0D26A-FA52-4BC2-B365-3B8BA74D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6C06-3EE2-487F-B88B-48E7319C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AEF9-CDE7-4A65-A94F-57DC994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7388-59AC-4E83-9FE5-FB345600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2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E041-4B1D-4205-8D36-8E1C537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6364-F52E-40CD-9239-8B34F698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FC79A-880E-4947-A15E-756877C5F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333ED-3AB9-4FCD-809F-5E7D3F93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4FCC-0F88-4584-9E98-EA9E5A0B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9E8E-C1DD-4360-8A23-AAE094D3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3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7C51-0028-4E6B-B597-20698816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FA5FE-DF38-47E0-B2FD-4B7DA4F06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2B76-C216-4AD0-9DF5-3555A044B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99AF-10C9-425D-A113-47A3B16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2ED3-97F5-4940-9835-F1FAABCD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1DE94-6693-4598-8A1F-B82248A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85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E4C-6BDF-4D9A-8BF8-D7394AB5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C411C-7960-484A-9479-3C8661A8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F591-E927-48E2-ADBC-4BC45351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81DE1-B1C3-45FE-8D64-01E4CCFC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3BA1-394F-4795-9355-AB307810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9BA2F-8018-4D50-8D6E-92F72526B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0FD74-C51F-48DF-A0FC-3B749A51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4B1E6-6BBB-4247-8ADA-C4E0F5A4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7A07-09DD-4A8C-AFF3-C6C3A9E4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CBD5-EF81-4AFF-97CA-7617B6B3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0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DE142-BC7B-4BF7-9A71-5A01B2D9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EB42-56ED-4629-8D99-9575FE0D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17FA-AC8E-4982-A656-FDC8F4DA0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82E3-13D5-4689-9E52-367D0FCD5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888F-7070-4BB7-8762-E437D65A7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6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40A9-345E-4695-9646-5249D9D33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3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F59D-0A76-4CE4-8463-FD4E832D0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Building AI Agents with </a:t>
            </a:r>
            <a:r>
              <a:rPr lang="en-US" dirty="0" err="1"/>
              <a:t>AutoGen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478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74F-FD98-4C82-8C06-EBA2D377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and Tools for Financial Analysis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9FBB63-25D2-40C6-8D2B-3438AD6F2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28" y="1557124"/>
            <a:ext cx="11797143" cy="480218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226BD6-76B4-4637-8FEA-DE031DE935B4}"/>
              </a:ext>
            </a:extLst>
          </p:cNvPr>
          <p:cNvSpPr/>
          <p:nvPr/>
        </p:nvSpPr>
        <p:spPr>
          <a:xfrm>
            <a:off x="9493623" y="4875052"/>
            <a:ext cx="2698377" cy="8516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71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Agent 4 –</a:t>
            </a:r>
            <a:r>
              <a:rPr lang="en-US" dirty="0"/>
              <a:t> Orchestrator (</a:t>
            </a:r>
            <a:r>
              <a:rPr lang="en-US" dirty="0" err="1"/>
              <a:t>UserProxyAgent</a:t>
            </a:r>
            <a:r>
              <a:rPr lang="en-US" dirty="0"/>
              <a:t>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B8F92B-56DC-4A66-B798-6CB2469796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90117"/>
            <a:ext cx="7853737" cy="30777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dirty="0"/>
              <a:t>Role: Coordinates the overall workflow</a:t>
            </a:r>
          </a:p>
          <a:p>
            <a:r>
              <a:rPr lang="en-US" sz="1600" dirty="0"/>
              <a:t>Responsibilities:</a:t>
            </a:r>
          </a:p>
          <a:p>
            <a:pPr lvl="1"/>
            <a:r>
              <a:rPr lang="en-US" sz="1600" dirty="0"/>
              <a:t>Initiates the reporting agent for data and analysis</a:t>
            </a:r>
          </a:p>
          <a:p>
            <a:pPr lvl="1"/>
            <a:r>
              <a:rPr lang="en-US" sz="1600" dirty="0"/>
              <a:t>Passes output to reporting agent and technical analyst</a:t>
            </a:r>
          </a:p>
          <a:p>
            <a:pPr lvl="1"/>
            <a:r>
              <a:rPr lang="en-US" sz="1600" dirty="0"/>
              <a:t>Invokes strategy agent with combined inputs</a:t>
            </a:r>
          </a:p>
          <a:p>
            <a:pPr lvl="1"/>
            <a:r>
              <a:rPr lang="en-US" sz="1600" dirty="0"/>
              <a:t>Presents a final summary to the user</a:t>
            </a:r>
          </a:p>
          <a:p>
            <a:r>
              <a:rPr lang="en-US" sz="1600" dirty="0"/>
              <a:t>Rules:</a:t>
            </a:r>
          </a:p>
          <a:p>
            <a:pPr lvl="1"/>
            <a:r>
              <a:rPr lang="en-US" sz="1600" dirty="0"/>
              <a:t>Do not invent information</a:t>
            </a:r>
          </a:p>
          <a:p>
            <a:pPr lvl="1"/>
            <a:r>
              <a:rPr lang="en-US" sz="1600" dirty="0"/>
              <a:t>Use only available tools and agent outputs</a:t>
            </a:r>
          </a:p>
          <a:p>
            <a:pPr lvl="1"/>
            <a:r>
              <a:rPr lang="en-US" sz="1600" dirty="0"/>
              <a:t>Handle failures gracefully</a:t>
            </a:r>
          </a:p>
        </p:txBody>
      </p:sp>
    </p:spTree>
    <p:extLst>
      <p:ext uri="{BB962C8B-B14F-4D97-AF65-F5344CB8AC3E}">
        <p14:creationId xmlns:p14="http://schemas.microsoft.com/office/powerpoint/2010/main" val="435924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76</Words>
  <Application>Microsoft Office PowerPoint</Application>
  <PresentationFormat>Widescreen</PresentationFormat>
  <Paragraphs>17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Module 3</vt:lpstr>
      <vt:lpstr>Agents and Tools for Financial Analysis </vt:lpstr>
      <vt:lpstr>Agent 4 – Orchestrator (UserProxyAgent)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Nitin</dc:creator>
  <cp:lastModifiedBy>Nitin</cp:lastModifiedBy>
  <cp:revision>28</cp:revision>
  <dcterms:created xsi:type="dcterms:W3CDTF">2025-06-08T18:26:10Z</dcterms:created>
  <dcterms:modified xsi:type="dcterms:W3CDTF">2025-06-21T10:40:51Z</dcterms:modified>
</cp:coreProperties>
</file>