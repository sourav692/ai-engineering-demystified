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FLfNh85Nm5xgl+OeIk6SuWRIk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Introduction to AI Agents &amp; Stock Market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Autogen - Overview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Open-source framework by Microsoft for building LLM-based multi-agent applications.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Enables agents to converse, collaborate, and solve complex tasks.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Key principles: Customizable, conversable, and interoperable agents.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Supports Python 3.10+, with modular and extensible design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Use cases: Coding, mathematics, supply chain, entertainment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Example: Conversational chess with LLM-driven players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i="1"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600"/>
              <a:buNone/>
            </a:pPr>
            <a:r>
              <a:rPr b="1" i="1" lang="en-US" sz="1600">
                <a:solidFill>
                  <a:srgbClr val="FF0000"/>
                </a:solidFill>
              </a:rPr>
              <a:t>**Visual: </a:t>
            </a:r>
            <a:r>
              <a:rPr lang="en-US" sz="1600"/>
              <a:t>Diagram of AutoGen’s layered architecture (agents, tools, LLMs)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Key Features of AutoGen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Customizable Agents</a:t>
            </a:r>
            <a:r>
              <a:rPr lang="en-US" sz="1600"/>
              <a:t>: Combine LLMs, human inputs, and tools (e.g., AssistantAgent, UserProxyAgent)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Conversational Orchestration</a:t>
            </a:r>
            <a:r>
              <a:rPr lang="en-US" sz="1600"/>
              <a:t>: Agents communicate via natural language or code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Dynamic Workflows</a:t>
            </a:r>
            <a:r>
              <a:rPr lang="en-US" sz="1600"/>
              <a:t>: Supports hierarchical, group, or finite-state machine chats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Code Execution</a:t>
            </a:r>
            <a:r>
              <a:rPr lang="en-US" sz="1600"/>
              <a:t>: Native support for generating, running, and debugging code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Human-in-the-Loop</a:t>
            </a:r>
            <a:r>
              <a:rPr lang="en-US" sz="1600"/>
              <a:t>: Configurable human involvement (e.g., ALWAYS, NEVER modes)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AutoGen Studio</a:t>
            </a:r>
            <a:r>
              <a:rPr lang="en-US" sz="1600"/>
              <a:t>: Low-code GUI for building workflows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Agents in AutoGen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Conversable Agent</a:t>
            </a:r>
            <a:r>
              <a:rPr lang="en-US" sz="1600"/>
              <a:t>: Base class for all agents, handles communication via messages (text or code); customizable with LLMs or tools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Assistant Agent</a:t>
            </a:r>
            <a:r>
              <a:rPr lang="en-US" sz="1600"/>
              <a:t>: LLM-driven, specializes in generating responses or code; ideal for tasks like Q&amp;A, coding, or analysis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User Proxy Agent</a:t>
            </a:r>
            <a:r>
              <a:rPr lang="en-US" sz="1600"/>
              <a:t>: Represents human input, initiates or moderates conversations; executes code or tools on behalf of users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Example: Assistant writes code, User Proxy validates and executes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600"/>
              <a:buNone/>
            </a:pPr>
            <a:r>
              <a:rPr b="1" i="1" lang="en-US" sz="1600">
                <a:solidFill>
                  <a:srgbClr val="FF0000"/>
                </a:solidFill>
              </a:rPr>
              <a:t>**Visual: </a:t>
            </a:r>
            <a:r>
              <a:rPr lang="en-US" sz="1600"/>
              <a:t>Diagram showing Conversable Agent as parent, with Assistant and User Proxy as specialized types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Multi-Agent Orchestration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Agents collaborate to achieve collective goals (e.g., supply chain optimization)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Supports diverse patterns: Round-robin, hierarchical, or dynamic group chats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Actor model (v0.4): Agents as independent computational units exchanging messages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Example: Magentic-One uses specialized agents (web server, file server) for file/web tasks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Reduces manual interactions by 3x–10x in complex workflows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600"/>
              <a:buNone/>
            </a:pPr>
            <a:r>
              <a:rPr b="1" lang="en-US" sz="1600">
                <a:solidFill>
                  <a:srgbClr val="FF0000"/>
                </a:solidFill>
              </a:rPr>
              <a:t>**Visual</a:t>
            </a:r>
            <a:r>
              <a:rPr lang="en-US" sz="1600">
                <a:solidFill>
                  <a:srgbClr val="FF0000"/>
                </a:solidFill>
              </a:rPr>
              <a:t>: </a:t>
            </a:r>
            <a:r>
              <a:rPr lang="en-US" sz="1600"/>
              <a:t>Flowchart of agents (orchestrator, coder, verifier) solving a task</a:t>
            </a:r>
            <a:endParaRPr b="1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2025-06-08T18:26:10Z</dcterms:created>
  <dc:creator>Nitin</dc:creator>
</cp:coreProperties>
</file>