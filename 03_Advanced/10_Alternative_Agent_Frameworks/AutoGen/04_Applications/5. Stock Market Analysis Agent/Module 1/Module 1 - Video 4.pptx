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i0eiEs9dfrtsoGXk9pQ4HFP3qh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IN"/>
              <a:t>Exploring how AI agents revolutionize stock analysis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Module 1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Introduction to AI Agents &amp; Stock Market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AI-Powered Stock Analysis Tool: Live Demo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2025-06-08T18:26:10Z</dcterms:created>
  <dc:creator>Nitin</dc:creator>
</cp:coreProperties>
</file>