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360" autoAdjust="0"/>
  </p:normalViewPr>
  <p:slideViewPr>
    <p:cSldViewPr snapToGrid="0">
      <p:cViewPr varScale="1">
        <p:scale>
          <a:sx n="97" d="100"/>
          <a:sy n="97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09-06-2025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Exploring how AI agents revolutionize stock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08-06-2025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AI Agents &amp; Stock Market Analysis</a:t>
            </a:r>
          </a:p>
        </p:txBody>
      </p:sp>
    </p:spTree>
    <p:extLst>
      <p:ext uri="{BB962C8B-B14F-4D97-AF65-F5344CB8AC3E}">
        <p14:creationId xmlns:p14="http://schemas.microsoft.com/office/powerpoint/2010/main" val="9240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in Stock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5B95E-66BF-48EE-9881-DA302B13B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Data Overload</a:t>
            </a:r>
            <a:r>
              <a:rPr lang="en-US" sz="1600" dirty="0"/>
              <a:t>: Terabytes of data from stock prices, financial reports, news articles, and social media sentiment (e.g., X posts).</a:t>
            </a:r>
          </a:p>
          <a:p>
            <a:r>
              <a:rPr lang="en-US" sz="1600" b="1" dirty="0"/>
              <a:t>Market Volatility</a:t>
            </a:r>
            <a:r>
              <a:rPr lang="en-US" sz="1600" dirty="0"/>
              <a:t>: Prices fluctuate in milliseconds due to global events, earnings, or policy changes.</a:t>
            </a:r>
          </a:p>
          <a:p>
            <a:r>
              <a:rPr lang="en-US" sz="1600" b="1" dirty="0"/>
              <a:t>Human Limitations</a:t>
            </a:r>
            <a:r>
              <a:rPr lang="en-US" sz="1600" dirty="0"/>
              <a:t>: Cognitive biases (e.g., overconfidence), emotional decisions, and slow processing hinder accuracy.</a:t>
            </a:r>
          </a:p>
          <a:p>
            <a:r>
              <a:rPr lang="en-US" sz="1600" b="1" dirty="0"/>
              <a:t>Integration Needs</a:t>
            </a:r>
            <a:r>
              <a:rPr lang="en-US" sz="1600" dirty="0"/>
              <a:t>: Combining structured (numerical) and unstructured (text) data for holistic insights.</a:t>
            </a:r>
          </a:p>
          <a:p>
            <a:pPr marL="0" indent="0"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*</a:t>
            </a:r>
            <a:r>
              <a:rPr lang="en-IN" sz="1600" b="1" dirty="0">
                <a:solidFill>
                  <a:srgbClr val="FF0000"/>
                </a:solidFill>
              </a:rPr>
              <a:t>*Visual: </a:t>
            </a:r>
            <a:r>
              <a:rPr lang="en-US" sz="1600" dirty="0"/>
              <a:t>Chaotic collage of data streams—stock tickers, news headlines, X posts, and analyst reports.</a:t>
            </a:r>
          </a:p>
        </p:txBody>
      </p:sp>
    </p:spTree>
    <p:extLst>
      <p:ext uri="{BB962C8B-B14F-4D97-AF65-F5344CB8AC3E}">
        <p14:creationId xmlns:p14="http://schemas.microsoft.com/office/powerpoint/2010/main" val="4075884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AI Agents vs. </a:t>
            </a:r>
            <a:r>
              <a:rPr lang="fr-FR" dirty="0" err="1"/>
              <a:t>Traditional</a:t>
            </a:r>
            <a:r>
              <a:rPr lang="fr-FR" dirty="0"/>
              <a:t> Automation</a:t>
            </a:r>
            <a:endParaRPr lang="en-I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C669F5-4BCA-4A22-B518-70E413FA6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 dirty="0"/>
              <a:t>High-Frequency Trading</a:t>
            </a:r>
            <a:r>
              <a:rPr lang="en-US" sz="1600" dirty="0"/>
              <a:t>: Algorithms execute trades in microseconds, outpacing manual analysis.</a:t>
            </a:r>
          </a:p>
          <a:p>
            <a:r>
              <a:rPr lang="en-US" sz="1600" b="1" dirty="0"/>
              <a:t>Opportunity Costs</a:t>
            </a:r>
            <a:r>
              <a:rPr lang="en-US" sz="1600" dirty="0"/>
              <a:t>: Delays in processing data miss critical buy/sell windows.</a:t>
            </a:r>
          </a:p>
          <a:p>
            <a:r>
              <a:rPr lang="en-US" sz="1600" b="1" dirty="0"/>
              <a:t>Predictive Needs</a:t>
            </a:r>
            <a:r>
              <a:rPr lang="en-US" sz="1600" dirty="0"/>
              <a:t>: Requires forecasting based on real-time indicators like momentum, volume, and sentiment.</a:t>
            </a:r>
          </a:p>
          <a:p>
            <a:r>
              <a:rPr lang="en-US" sz="1600" b="1" dirty="0"/>
              <a:t>Scalability Issues</a:t>
            </a:r>
            <a:r>
              <a:rPr lang="en-US" sz="1600" dirty="0"/>
              <a:t>: Human analysts cannot monitor thousands of stocks simultaneously across markets.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</a:rPr>
              <a:t>**Visual</a:t>
            </a:r>
            <a:r>
              <a:rPr lang="en-US" sz="1600" dirty="0">
                <a:solidFill>
                  <a:srgbClr val="FF0000"/>
                </a:solidFill>
              </a:rPr>
              <a:t>: </a:t>
            </a:r>
            <a:r>
              <a:rPr lang="en-US" sz="1600" dirty="0"/>
              <a:t>Split-second stock price chart with missed opportunities highlighted, contrasted with a real-time AI alert system.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6696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Orchestrating Complex Analysis Workflows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5B95E-66BF-48EE-9881-DA302B13B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b="1" dirty="0"/>
              <a:t>Data Collection</a:t>
            </a:r>
            <a:r>
              <a:rPr lang="en-US" dirty="0"/>
              <a:t>: Aggregating real-time feeds (stock prices, economic indicators, news, X sentiment).</a:t>
            </a:r>
          </a:p>
          <a:p>
            <a:r>
              <a:rPr lang="en-US" b="1" dirty="0"/>
              <a:t>Preprocessing</a:t>
            </a:r>
            <a:r>
              <a:rPr lang="en-US" dirty="0"/>
              <a:t>: Cleaning noisy data, normalizing formats, and extracting relevant features.</a:t>
            </a:r>
          </a:p>
          <a:p>
            <a:r>
              <a:rPr lang="en-US" b="1" dirty="0"/>
              <a:t>Analysis</a:t>
            </a:r>
            <a:r>
              <a:rPr lang="en-US" dirty="0"/>
              <a:t>: Applying statistical models, machine learning, or sentiment analysis to identify trends.</a:t>
            </a:r>
          </a:p>
          <a:p>
            <a:r>
              <a:rPr lang="en-US" b="1" dirty="0"/>
              <a:t>Decision-Making</a:t>
            </a:r>
            <a:r>
              <a:rPr lang="en-US" dirty="0"/>
              <a:t>: Generating actionable signals (buy/sell/hold) based on risk and strategy.</a:t>
            </a:r>
          </a:p>
          <a:p>
            <a:r>
              <a:rPr lang="en-US" b="1" dirty="0"/>
              <a:t>Execution</a:t>
            </a:r>
            <a:r>
              <a:rPr lang="en-US" dirty="0"/>
              <a:t>: Automating trade recommendations or portfolio adjustments.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Challenges</a:t>
            </a:r>
            <a:r>
              <a:rPr lang="en-US" dirty="0"/>
              <a:t>: Errors in one step (e.g., outdated news) cascade; manual coordination is slow and error-prone.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**Visual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/>
              <a:t> Detailed flowchart mapping the multi-step pipeline with interconnected nodes and potential error points.</a:t>
            </a:r>
          </a:p>
        </p:txBody>
      </p:sp>
    </p:spTree>
    <p:extLst>
      <p:ext uri="{BB962C8B-B14F-4D97-AF65-F5344CB8AC3E}">
        <p14:creationId xmlns:p14="http://schemas.microsoft.com/office/powerpoint/2010/main" val="168132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AI Agents: Autonomous Task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85B95E-66BF-48EE-9881-DA302B13B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b="1" dirty="0"/>
              <a:t>Data Aggregation</a:t>
            </a:r>
            <a:r>
              <a:rPr lang="en-IN" sz="1600" dirty="0"/>
              <a:t>: Independently scrape and filter diverse sources (e.g., SEC filings, X posts, Reuters API data).</a:t>
            </a:r>
          </a:p>
          <a:p>
            <a:r>
              <a:rPr lang="en-IN" sz="1600" b="1" dirty="0"/>
              <a:t>Advanced Analysis</a:t>
            </a:r>
            <a:r>
              <a:rPr lang="en-IN" sz="1600" dirty="0"/>
              <a:t>: Deploy machine learning techniques (e.g., LSTM for time-series, NLP for sentiment) to predict price movements.</a:t>
            </a:r>
          </a:p>
          <a:p>
            <a:r>
              <a:rPr lang="en-IN" sz="1600" b="1" dirty="0"/>
              <a:t>Decision Execution</a:t>
            </a:r>
            <a:r>
              <a:rPr lang="en-IN" sz="1600" dirty="0"/>
              <a:t>: Autonomously trigger trade orders, alerts, or portfolio rebalancing within predefined risk parameters.</a:t>
            </a:r>
          </a:p>
          <a:p>
            <a:r>
              <a:rPr lang="en-IN" sz="1600" b="1" dirty="0"/>
              <a:t>Adaptability</a:t>
            </a:r>
            <a:r>
              <a:rPr lang="en-IN" sz="1600" dirty="0"/>
              <a:t>: Continuously learn from new data, adjusting models to market shifts (e.g., interest rate changes).</a:t>
            </a:r>
          </a:p>
          <a:p>
            <a:r>
              <a:rPr lang="en-IN" sz="1600" b="1" dirty="0"/>
              <a:t>Error Handling</a:t>
            </a:r>
            <a:r>
              <a:rPr lang="en-IN" sz="1600" dirty="0"/>
              <a:t>: Detect anomalies (e.g., data outliers) and self-correct to maintain reliability.</a:t>
            </a:r>
          </a:p>
          <a:p>
            <a:pPr marL="0" indent="0">
              <a:buNone/>
            </a:pPr>
            <a:endParaRPr lang="en-US" sz="1600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</a:rPr>
              <a:t>**Visual: </a:t>
            </a:r>
            <a:r>
              <a:rPr lang="en-IN" sz="1600" dirty="0"/>
              <a:t>AI agent icon orchestrating data inputs, processing, and outputs, with arrows showing</a:t>
            </a:r>
          </a:p>
        </p:txBody>
      </p:sp>
    </p:spTree>
    <p:extLst>
      <p:ext uri="{BB962C8B-B14F-4D97-AF65-F5344CB8AC3E}">
        <p14:creationId xmlns:p14="http://schemas.microsoft.com/office/powerpoint/2010/main" val="397150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466</Words>
  <Application>Microsoft Office PowerPoint</Application>
  <PresentationFormat>Widescreen</PresentationFormat>
  <Paragraphs>38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Module 1</vt:lpstr>
      <vt:lpstr>Challenges in Stock Analysis</vt:lpstr>
      <vt:lpstr>AI Agents vs. Traditional Automation</vt:lpstr>
      <vt:lpstr>Orchestrating Complex Analysis Workflows</vt:lpstr>
      <vt:lpstr> AI Agents: Autonomous Task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5</cp:revision>
  <dcterms:created xsi:type="dcterms:W3CDTF">2025-06-08T18:26:10Z</dcterms:created>
  <dcterms:modified xsi:type="dcterms:W3CDTF">2025-06-08T18:59:19Z</dcterms:modified>
</cp:coreProperties>
</file>