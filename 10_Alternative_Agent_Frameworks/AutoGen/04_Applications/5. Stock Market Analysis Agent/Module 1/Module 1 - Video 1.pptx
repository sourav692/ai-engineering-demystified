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i5zigzPxFG2Bxy1N6B3SgInMLz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FD0B0E8-48D5-4BA9-9F0E-D56050032028}">
  <a:tblStyle styleId="{8FD0B0E8-48D5-4BA9-9F0E-D5605003202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Module 1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Introduction to AI Agents &amp; Stock Market Analysis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Are AI Agents?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An AI Agent is an autonomous entity that perceives its environment, makes decisions, and performs actions to achieve goals.</a:t>
            </a:r>
            <a:endParaRPr/>
          </a:p>
          <a:p>
            <a:pPr indent="-127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Key Traits: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Perceives input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Processes context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Acts with intent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1600"/>
              <a:buNone/>
            </a:pPr>
            <a:r>
              <a:rPr b="1" i="1" lang="en-US" sz="1600">
                <a:solidFill>
                  <a:srgbClr val="FF0000"/>
                </a:solidFill>
              </a:rPr>
              <a:t>**Visual: </a:t>
            </a:r>
            <a:r>
              <a:rPr lang="en-US" sz="1600"/>
              <a:t>Diagram showing an agent receiving inputs → decision-making → output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" name="Google Shape;96;p3"/>
          <p:cNvGraphicFramePr/>
          <p:nvPr/>
        </p:nvGraphicFramePr>
        <p:xfrm>
          <a:off x="1032932" y="190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{8FD0B0E8-48D5-4BA9-9F0E-D56050032028}</a:tableStyleId>
              </a:tblPr>
              <a:tblGrid>
                <a:gridCol w="3035100"/>
                <a:gridCol w="3230225"/>
              </a:tblGrid>
              <a:tr h="16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/>
                        <a:t>Traditional Automation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/>
                        <a:t>AI Agents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Rule-based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Goal-driven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Fixed workflows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Adaptive behaviour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No learning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Can learn and reason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Limited flexibility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Dynamic and contextual</a:t>
                      </a:r>
                      <a:endParaRPr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7" name="Google Shape;9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AI Agents vs. Traditional Automation</a:t>
            </a:r>
            <a:endParaRPr/>
          </a:p>
        </p:txBody>
      </p:sp>
      <p:sp>
        <p:nvSpPr>
          <p:cNvPr id="98" name="Google Shape;98;p3"/>
          <p:cNvSpPr txBox="1"/>
          <p:nvPr/>
        </p:nvSpPr>
        <p:spPr>
          <a:xfrm>
            <a:off x="1032932" y="3987800"/>
            <a:ext cx="209653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**Visual: </a:t>
            </a:r>
            <a:r>
              <a:rPr b="0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Above table.</a:t>
            </a:r>
            <a:endParaRPr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Types of Agents?</a:t>
            </a:r>
            <a:endParaRPr/>
          </a:p>
        </p:txBody>
      </p:sp>
      <p:sp>
        <p:nvSpPr>
          <p:cNvPr id="104" name="Google Shape;104;p4"/>
          <p:cNvSpPr txBox="1"/>
          <p:nvPr>
            <p:ph idx="1" type="body"/>
          </p:nvPr>
        </p:nvSpPr>
        <p:spPr>
          <a:xfrm>
            <a:off x="838200" y="19075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Reactive Agents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Respond instantly to stimuli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 memory of past actions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Example: Thermostat</a:t>
            </a:r>
            <a:endParaRPr/>
          </a:p>
          <a:p>
            <a:pPr indent="-14414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Deliberative Agents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Build internal models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Plan and reason before acting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Example: Chess engine</a:t>
            </a:r>
            <a:endParaRPr/>
          </a:p>
          <a:p>
            <a:pPr indent="-14414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LLM-Driven Agents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 language models (like GPT)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Understand and generate human-like text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Example: AutoGPT, ChatGPT agents</a:t>
            </a:r>
            <a:endParaRPr/>
          </a:p>
          <a:p>
            <a:pPr indent="-14414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i="1" lang="en-US">
                <a:solidFill>
                  <a:srgbClr val="FF0000"/>
                </a:solidFill>
              </a:rPr>
              <a:t>**Visual: </a:t>
            </a:r>
            <a:r>
              <a:rPr lang="en-US"/>
              <a:t>Icons or avatars representing each type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Business: Automating customer support, optimizing supply chains, and analyzing data for insights.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Healthcare: Assisting with diagnostics, monitoring patients, and personalizing treatment plans.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Finance: Performing stock market analysis, detecting fraud, and managing portfolios.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Daily Life: Powering virtual assistants , smart home devices, and recommendation systems.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Emerging Areas: Autonomous vehicles, robotics, and multi-agent systems for collaborative tasks.</a:t>
            </a:r>
            <a:endParaRPr/>
          </a:p>
          <a:p>
            <a:pPr indent="-127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127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1600"/>
              <a:buNone/>
            </a:pPr>
            <a:r>
              <a:rPr b="1" i="1" lang="en-US" sz="1600">
                <a:solidFill>
                  <a:srgbClr val="FF0000"/>
                </a:solidFill>
              </a:rPr>
              <a:t>**Visual: </a:t>
            </a:r>
            <a:r>
              <a:rPr lang="en-US" sz="1600"/>
              <a:t>Grid of use case icons with short labels</a:t>
            </a:r>
            <a:endParaRPr sz="1600"/>
          </a:p>
        </p:txBody>
      </p:sp>
      <p:sp>
        <p:nvSpPr>
          <p:cNvPr id="110" name="Google Shape;11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Common Use Cases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Why Are AI Agents Relevant Now?</a:t>
            </a:r>
            <a:endParaRPr/>
          </a:p>
        </p:txBody>
      </p:sp>
      <p:sp>
        <p:nvSpPr>
          <p:cNvPr id="116" name="Google Shape;116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Rise of LLMs:</a:t>
            </a:r>
            <a:r>
              <a:rPr lang="en-US" sz="1600"/>
              <a:t> Agents now reason and adapt using powerful models.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Tool Integration:</a:t>
            </a:r>
            <a:r>
              <a:rPr lang="en-US" sz="1600"/>
              <a:t> Agents can use APIs, tools, and memory.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Multi-Agent Collaboration:</a:t>
            </a:r>
            <a:r>
              <a:rPr lang="en-US" sz="1600"/>
              <a:t> Agents can cooperate and delegate.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RAG &amp; Copilots:</a:t>
            </a:r>
            <a:r>
              <a:rPr lang="en-US" sz="1600"/>
              <a:t> Agents power personalized, contextual applications.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i="1"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1600"/>
              <a:buNone/>
            </a:pPr>
            <a:r>
              <a:rPr b="1" i="1" lang="en-US" sz="1600">
                <a:solidFill>
                  <a:srgbClr val="FF0000"/>
                </a:solidFill>
              </a:rPr>
              <a:t>**Visual: </a:t>
            </a:r>
            <a:r>
              <a:rPr lang="en-US" sz="1600"/>
              <a:t>Agent connected to LLM + Tools + Memory + Users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2025-06-08T18:26:10Z</dcterms:created>
  <dc:creator>Nitin</dc:creator>
</cp:coreProperties>
</file>