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5360" autoAdjust="0"/>
  </p:normalViewPr>
  <p:slideViewPr>
    <p:cSldViewPr snapToGrid="0">
      <p:cViewPr varScale="1">
        <p:scale>
          <a:sx n="97" d="100"/>
          <a:sy n="97" d="100"/>
        </p:scale>
        <p:origin x="10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B1733-EF01-405F-A774-5B3C484FB4C3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406C-61BF-4D43-BAF7-5EC06AD0477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039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Exploring how AI agents revolutionize stock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406C-61BF-4D43-BAF7-5EC06AD0477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5772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15DC-FAF4-449A-9727-05942D557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CD23A-2CAC-4927-ADE7-D61192A33F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69D7C-1D80-4097-8A48-1F557902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3CF1B-91AD-4846-98C3-F69A21F94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4758D-4EA4-40BE-92B0-816E8B0C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0423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4507B-6A40-49BA-9082-21EAF3C45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DC085-112A-4FD5-B6D1-10F9CE462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FD3A9-1752-4809-9570-C3FD23F0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948022-0011-43BF-8FB0-EDC1CAD0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2E453-23FC-407B-9D2D-AB329E407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104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AF99B-F7E2-43F7-A489-6E3247233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5545-787A-480A-9761-545EAC3A2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94AA8-7EF4-40ED-A620-BEEA1358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F1B83-4E36-4DF4-9B05-C1A69363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45AE-66EF-404F-A29A-4A4A57654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66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9C9E-F5FB-4D31-98E9-8B56AC1F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624B6-F9EE-4816-8178-4D2FA44810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C0887-2EC0-4E63-994C-58B194B63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7563A8-2ABE-48F3-B908-E074ED5B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B94EDB-FA50-43CA-A3C7-D2AF0A922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8BAD-4F95-42A5-AB15-7CD5A250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47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652E-86DF-402B-B9D7-83D3ABC14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33FFF-59D3-4FD6-B497-926B7B81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ABBBC-B136-4F3F-B3A3-E88B72842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BEE56-77F5-4052-8351-345C695E2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63E99-6293-4555-9598-01069D74D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1094D2-69ED-42EA-A0C9-3B16B9E1F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92A7A7-B154-4B35-8773-DD2E0F4C4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C497B-635C-4A02-8B29-56C1AB67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057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F531F-F55C-4170-B952-6054D273B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B9C22-DDC6-4FFD-856E-D2488D87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034500-A041-429F-8AD7-1437F47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50D26A-FA52-4BC2-B365-3B8BA74DF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500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176C06-3EE2-487F-B88B-48E7319CF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58AEF9-CDE7-4A65-A94F-57DC99438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7388-59AC-4E83-9FE5-FB345600C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28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9E041-4B1D-4205-8D36-8E1C53713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6364-F52E-40CD-9239-8B34F698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0FC79A-880E-4947-A15E-756877C5F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0333ED-3AB9-4FCD-809F-5E7D3F93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34FCC-0F88-4584-9E98-EA9E5A0BB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F19E8E-C1DD-4360-8A23-AAE094D38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137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87C51-0028-4E6B-B597-20698816F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FA5FE-DF38-47E0-B2FD-4B7DA4F06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152B76-C216-4AD0-9DF5-3555A044B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899AF-10C9-425D-A113-47A3B16FC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AB2ED3-97F5-4940-9835-F1FAABCDF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1DE94-6693-4598-8A1F-B82248A3E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857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01E4C-6BDF-4D9A-8BF8-D7394AB5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C411C-7960-484A-9479-3C8661A83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0F591-E927-48E2-ADBC-4BC453514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81DE1-B1C3-45FE-8D64-01E4CCFC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3BA1-394F-4795-9355-AB3078107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A9BA2F-8018-4D50-8D6E-92F72526B4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0FD74-C51F-48DF-A0FC-3B749A51A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4B1E6-6BBB-4247-8ADA-C4E0F5A4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D7A07-09DD-4A8C-AFF3-C6C3A9E4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2CBD5-EF81-4AFF-97CA-7617B6B3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403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1DE142-BC7B-4BF7-9A71-5A01B2D9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3EB42-56ED-4629-8D99-9575FE0DF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17FA-AC8E-4982-A656-FDC8F4DA00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5AB10-5514-4102-A4C9-2AA44CD04D81}" type="datetimeFigureOut">
              <a:rPr lang="en-IN" smtClean="0"/>
              <a:t>12-06-2025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482E3-13D5-4689-9E52-367D0FCD59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1888F-7070-4BB7-8762-E437D65A7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B46B4-F012-4399-8082-7746EF2097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416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40A9-345E-4695-9646-5249D9D33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4F59D-0A76-4CE4-8463-FD4E832D0F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System Architecture &amp; Agents Planning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0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AB994-C430-4AA0-8D42-580E43C5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End-to-End Architecture Overview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C51BDE-7B41-4D59-9724-117AA5F72C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47307" cy="4638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7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46F54-0AAF-4AEA-BFC1-4ACDA3A91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Flow of the information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E139D-FDE2-464C-98EE-8CE8F3ECC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b="1" dirty="0"/>
              <a:t>LLM + Orchestrator</a:t>
            </a:r>
            <a:r>
              <a:rPr lang="en-IN" sz="1800" dirty="0"/>
              <a:t>: LLM or controller initiates/coordinates actions.</a:t>
            </a:r>
          </a:p>
          <a:p>
            <a:r>
              <a:rPr lang="en-IN" sz="1800" b="1" dirty="0"/>
              <a:t>Agents</a:t>
            </a:r>
            <a:r>
              <a:rPr lang="en-IN" sz="1800" dirty="0"/>
              <a:t>: Modular units for specific roles (data fetch, analysis, summary, strategy).</a:t>
            </a:r>
          </a:p>
          <a:p>
            <a:r>
              <a:rPr lang="en-IN" sz="1800" b="1" dirty="0"/>
              <a:t>Tools</a:t>
            </a:r>
            <a:r>
              <a:rPr lang="en-IN" sz="1800" dirty="0"/>
              <a:t>: Invoked by agents, wrapping financial logic.</a:t>
            </a:r>
          </a:p>
          <a:p>
            <a:r>
              <a:rPr lang="en-IN" sz="1800" b="1" dirty="0"/>
              <a:t>API (</a:t>
            </a:r>
            <a:r>
              <a:rPr lang="en-IN" sz="1800" b="1" dirty="0" err="1"/>
              <a:t>yFinance</a:t>
            </a:r>
            <a:r>
              <a:rPr lang="en-IN" sz="1800" b="1" dirty="0"/>
              <a:t>)</a:t>
            </a:r>
            <a:r>
              <a:rPr lang="en-IN" sz="1800" dirty="0"/>
              <a:t>: External source of financial data.</a:t>
            </a:r>
          </a:p>
          <a:p>
            <a:r>
              <a:rPr lang="en-IN" sz="1800" b="1" dirty="0"/>
              <a:t>UI</a:t>
            </a:r>
            <a:r>
              <a:rPr lang="en-IN" sz="1800" dirty="0"/>
              <a:t>: User interacts via Python-built frontend (</a:t>
            </a:r>
            <a:r>
              <a:rPr lang="en-IN" sz="1800" dirty="0" err="1"/>
              <a:t>Streamlit</a:t>
            </a:r>
            <a:r>
              <a:rPr lang="en-IN" sz="1800" dirty="0"/>
              <a:t>/React).</a:t>
            </a:r>
          </a:p>
          <a:p>
            <a:r>
              <a:rPr lang="en-IN" sz="1800" b="1" dirty="0"/>
              <a:t>Cloud Deployment</a:t>
            </a:r>
            <a:r>
              <a:rPr lang="en-IN" sz="1800" dirty="0"/>
              <a:t>: Final product is deployed on a cloud platform.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83055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95</Words>
  <Application>Microsoft Office PowerPoint</Application>
  <PresentationFormat>Widescreen</PresentationFormat>
  <Paragraphs>12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Module 2</vt:lpstr>
      <vt:lpstr>End-to-End Architecture Overview</vt:lpstr>
      <vt:lpstr>Flow of the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Nitin</dc:creator>
  <cp:lastModifiedBy>Nitin</cp:lastModifiedBy>
  <cp:revision>15</cp:revision>
  <dcterms:created xsi:type="dcterms:W3CDTF">2025-06-08T18:26:10Z</dcterms:created>
  <dcterms:modified xsi:type="dcterms:W3CDTF">2025-06-12T14:01:54Z</dcterms:modified>
</cp:coreProperties>
</file>