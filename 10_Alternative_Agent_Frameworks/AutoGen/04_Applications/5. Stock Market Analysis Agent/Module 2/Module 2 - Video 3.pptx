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IkSX7p6OO0kvnyNjDRV9ynEYM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Exploring how AI agents revolutionize stock analysis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When to Plan Agent Roles: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Before coding orchestration logic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When multiple skills/tools are involved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When output requires sequential reasoning or aggregation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During architecture design of multi-agent systems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When to Plan Agent Roles: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Before coding orchestration logic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When multiple skills/tools are involved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When output requires sequential reasoning or aggregation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During architecture design of multi-agent systems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When to Plan Agent Roles: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Before coding orchestration logic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When multiple skills/tools are involved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When output requires sequential reasoning or aggregation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During architecture design of multi-agent systems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When to Plan Agent Roles: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Before coding orchestration logic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When multiple skills/tools are involved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When output requires sequential reasoning or aggregation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During architecture design of multi-agent systems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When to Plan Agent Roles: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Before coding orchestration logic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When multiple skills/tools are involved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When output requires sequential reasoning or aggregation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During architecture design of multi-agent systems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Module 2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System Architecture &amp; Agents Planning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Understanding Tools for Agents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Tools are callable Python functions or APIs that agents invoke to fetch or compute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They act as the “hands” of the agent—performing real-world actions or fetching data the LLM cannot generate on its own.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Each tool encapsulates a specific function like fetching stock info, calculating indicators, or assessing risk.</a:t>
            </a:r>
            <a:endParaRPr/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Why Designing Tools Is Important?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Modularity &amp; Accuracy: Tools separate logic from execution, ensuring reliable, verifiable, and efficient operations while minimizing hallucinations.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Reusability &amp; Scalability: </a:t>
            </a:r>
            <a:r>
              <a:rPr lang="en-US" sz="1600"/>
              <a:t>Well-designed tools are easy to extend, reuse across agents, and help maintain safety and control in complex workflows.</a:t>
            </a:r>
            <a:endParaRPr/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Agents and Tools for Financial Analysis </a:t>
            </a:r>
            <a:endParaRPr/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428" y="1557124"/>
            <a:ext cx="11797143" cy="4802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Tool 1: finance_data_fetch</a:t>
            </a:r>
            <a:endParaRPr b="1"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Purpose: Fetch basic financial and historical stock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Inputs: stock ticker, period (optional, default = 1mo)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Metrics Extracted: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Company info (name, market cap, price, ratios)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Historical closing prices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Used by: finance_reporting_analyst	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Error Handling: Graceful fallback with error message in JSON</a:t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870844" y="1825625"/>
            <a:ext cx="4482956" cy="4154984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"name": "finance_data_fetch",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"data":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"name": "Apple Inc.",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"symbol": "AAPL",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"currentPrice": 192.32,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"currency": "USD",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"summary": "Apple Inc. designs, manufactures, and markets smartphones, personal computers, tablets...",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"marketCap": 3000000000000,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"peRatio": 29.87,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"priceToBook": 45.3,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"dividend": 0.92,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"recentClosePrices":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"2024-06-01": 189.50,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"2024-06-02": 190.40,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"2024-06-03": 191.70,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"2024-06-04": 192.32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Tool 2: technical_analysis_tool</a:t>
            </a:r>
            <a:endParaRPr b="1"/>
          </a:p>
        </p:txBody>
      </p:sp>
      <p:sp>
        <p:nvSpPr>
          <p:cNvPr id="118" name="Google Shape;118;p5"/>
          <p:cNvSpPr/>
          <p:nvPr/>
        </p:nvSpPr>
        <p:spPr>
          <a:xfrm>
            <a:off x="6870844" y="1825625"/>
            <a:ext cx="4482956" cy="175432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"name": "technical_analysis_tool",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"data":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"SMA_20": 188.45,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"EMA_20": 190.21,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"RSI": 62.8,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"Last_Close": 192.32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992312" y="1825625"/>
            <a:ext cx="5394618" cy="2284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Purpose: Perform basic technical indicator calculations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Metrics Extracted: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SMA (Simple Moving Avg) – 20-day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EMA (Exponential Moving Avg) – 20-day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RSI (Relative Strength Index) – 14-day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Last close price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Used by: technical_analyst to detect trends and momentum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Error Handling: Graceful fallback with error message in JSON</a:t>
            </a:r>
            <a:endParaRPr/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Tool 3: risk_assessment_tool </a:t>
            </a:r>
            <a:endParaRPr b="1" sz="1800"/>
          </a:p>
        </p:txBody>
      </p:sp>
      <p:sp>
        <p:nvSpPr>
          <p:cNvPr id="126" name="Google Shape;126;p6"/>
          <p:cNvSpPr/>
          <p:nvPr/>
        </p:nvSpPr>
        <p:spPr>
          <a:xfrm>
            <a:off x="6870844" y="1825625"/>
            <a:ext cx="4482956" cy="193899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"name": "risk_assessment_tool",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"data":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"Beta": 1.15,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"MarketCap": 3000000000000,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"DividendYield": 0.005,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"Volatility": 0.18,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"RiskRating": "Moderate"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Purpose: Analyze the stock’s risk profile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Metrics Extracted: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Beta (volatility)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Market Cap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Dividend Yield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52-week Change (Volatility proxy)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Risk Rating (High / Moderate / Low)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Used by: strategy_agent for risk-informed recommendations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Error Handling: Graceful fallback with error message in JSON</a:t>
            </a:r>
            <a:endParaRPr/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Tool 4:strategy_signal_tool </a:t>
            </a:r>
            <a:endParaRPr b="1" sz="1800"/>
          </a:p>
        </p:txBody>
      </p:sp>
      <p:sp>
        <p:nvSpPr>
          <p:cNvPr id="134" name="Google Shape;134;p7"/>
          <p:cNvSpPr/>
          <p:nvPr/>
        </p:nvSpPr>
        <p:spPr>
          <a:xfrm>
            <a:off x="6870844" y="1825625"/>
            <a:ext cx="4482956" cy="175432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"name": "strategy_signal_tool",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"data":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"MACD": 1.43,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"MACD_Signal": 1.12,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"RSI": 63.5,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"Last_Close": 192.32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Purpose: Buy/Sell Signals - Support decision-making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Indicators Used: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MACD (Momentum)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MACD Signal Line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RSI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Last close price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Used by: strategy_agent for buy/sell/hold recommendations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Error Handling: Graceful fallback with error message in JSON</a:t>
            </a:r>
            <a:endParaRPr/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2025-06-08T18:26:10Z</dcterms:created>
  <dc:creator>Nitin</dc:creator>
</cp:coreProperties>
</file>