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9" r:id="rId3"/>
    <p:sldId id="260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6340" autoAdjust="0"/>
  </p:normalViewPr>
  <p:slideViewPr>
    <p:cSldViewPr snapToGrid="0">
      <p:cViewPr varScale="1">
        <p:scale>
          <a:sx n="85" d="100"/>
          <a:sy n="85" d="100"/>
        </p:scale>
        <p:origin x="54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1B1733-EF01-405F-A774-5B3C484FB4C3}" type="datetimeFigureOut">
              <a:rPr lang="en-IN" smtClean="0"/>
              <a:t>21-06-2025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C8406C-61BF-4D43-BAF7-5EC06AD047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10391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C8406C-61BF-4D43-BAF7-5EC06AD0477B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57728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C8406C-61BF-4D43-BAF7-5EC06AD0477B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73933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C8406C-61BF-4D43-BAF7-5EC06AD0477B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50558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E15DC-FAF4-449A-9727-05942D5577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8CD23A-2CAC-4927-ADE7-D61192A33F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D69D7C-1D80-4097-8A48-1F5579022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5AB10-5514-4102-A4C9-2AA44CD04D81}" type="datetimeFigureOut">
              <a:rPr lang="en-IN" smtClean="0"/>
              <a:t>21-06-2025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F3CF1B-91AD-4846-98C3-F69A21F94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F4758D-4EA4-40BE-92B0-816E8B0C3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B46B4-F012-4399-8082-7746EF20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0423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4507B-6A40-49BA-9082-21EAF3C45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ADC085-112A-4FD5-B6D1-10F9CE4622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1FD3A9-1752-4809-9570-C3FD23F01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5AB10-5514-4102-A4C9-2AA44CD04D81}" type="datetimeFigureOut">
              <a:rPr lang="en-IN" smtClean="0"/>
              <a:t>21-06-2025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948022-0011-43BF-8FB0-EDC1CAD09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42E453-23FC-407B-9D2D-AB329E407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B46B4-F012-4399-8082-7746EF20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61041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AF99B-F7E2-43F7-A489-6E3247233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535545-787A-480A-9761-545EAC3A2C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994AA8-7EF4-40ED-A620-BEEA13589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5AB10-5514-4102-A4C9-2AA44CD04D81}" type="datetimeFigureOut">
              <a:rPr lang="en-IN" smtClean="0"/>
              <a:t>21-06-2025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DF1B83-4E36-4DF4-9B05-C1A693630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0045AE-66EF-404F-A29A-4A4A57654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B46B4-F012-4399-8082-7746EF20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3662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49C9E-F5FB-4D31-98E9-8B56AC1F6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7624B6-F9EE-4816-8178-4D2FA44810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FC0887-2EC0-4E63-994C-58B194B63C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7563A8-2ABE-48F3-B908-E074ED5BC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5AB10-5514-4102-A4C9-2AA44CD04D81}" type="datetimeFigureOut">
              <a:rPr lang="en-IN" smtClean="0"/>
              <a:t>21-06-2025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B94EDB-FA50-43CA-A3C7-D2AF0A922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DD8BAD-4F95-42A5-AB15-7CD5A250B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B46B4-F012-4399-8082-7746EF20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2474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9652E-86DF-402B-B9D7-83D3ABC14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533FFF-59D3-4FD6-B497-926B7B810F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DABBBC-B136-4F3F-B3A3-E88B72842A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3BEE56-77F5-4052-8351-345C695E2C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263E99-6293-4555-9598-01069D74DA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1094D2-69ED-42EA-A0C9-3B16B9E1F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5AB10-5514-4102-A4C9-2AA44CD04D81}" type="datetimeFigureOut">
              <a:rPr lang="en-IN" smtClean="0"/>
              <a:t>21-06-2025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92A7A7-B154-4B35-8773-DD2E0F4C4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DC497B-635C-4A02-8B29-56C1AB671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B46B4-F012-4399-8082-7746EF20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0057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F531F-F55C-4170-B952-6054D273B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3B9C22-DDC6-4FFD-856E-D2488D87E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5AB10-5514-4102-A4C9-2AA44CD04D81}" type="datetimeFigureOut">
              <a:rPr lang="en-IN" smtClean="0"/>
              <a:t>21-06-2025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034500-A041-429F-8AD7-1437F472D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50D26A-FA52-4BC2-B365-3B8BA74DF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B46B4-F012-4399-8082-7746EF20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9500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176C06-3EE2-487F-B88B-48E7319CF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5AB10-5514-4102-A4C9-2AA44CD04D81}" type="datetimeFigureOut">
              <a:rPr lang="en-IN" smtClean="0"/>
              <a:t>21-06-2025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58AEF9-CDE7-4A65-A94F-57DC99438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207388-59AC-4E83-9FE5-FB345600C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B46B4-F012-4399-8082-7746EF20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228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9E041-4B1D-4205-8D36-8E1C53713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EE6364-F52E-40CD-9239-8B34F6989D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0FC79A-880E-4947-A15E-756877C5F6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0333ED-3AB9-4FCD-809F-5E7D3F936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5AB10-5514-4102-A4C9-2AA44CD04D81}" type="datetimeFigureOut">
              <a:rPr lang="en-IN" smtClean="0"/>
              <a:t>21-06-2025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C34FCC-0F88-4584-9E98-EA9E5A0BB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F19E8E-C1DD-4360-8A23-AAE094D38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B46B4-F012-4399-8082-7746EF20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71377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87C51-0028-4E6B-B597-20698816F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5FA5FE-DF38-47E0-B2FD-4B7DA4F064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152B76-C216-4AD0-9DF5-3555A044B5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3899AF-10C9-425D-A113-47A3B16FC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5AB10-5514-4102-A4C9-2AA44CD04D81}" type="datetimeFigureOut">
              <a:rPr lang="en-IN" smtClean="0"/>
              <a:t>21-06-2025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AB2ED3-97F5-4940-9835-F1FAABCDF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21DE94-6693-4598-8A1F-B82248A3E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B46B4-F012-4399-8082-7746EF20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88571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01E4C-6BDF-4D9A-8BF8-D7394AB5A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3C411C-7960-484A-9479-3C8661A831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00F591-E927-48E2-ADBC-4BC453514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5AB10-5514-4102-A4C9-2AA44CD04D81}" type="datetimeFigureOut">
              <a:rPr lang="en-IN" smtClean="0"/>
              <a:t>21-06-2025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81DE1-B1C3-45FE-8D64-01E4CCFCD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943BA1-394F-4795-9355-AB3078107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B46B4-F012-4399-8082-7746EF20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37823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A9BA2F-8018-4D50-8D6E-92F72526B4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A0FD74-C51F-48DF-A0FC-3B749A51A5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74B1E6-6BBB-4247-8ADA-C4E0F5A49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5AB10-5514-4102-A4C9-2AA44CD04D81}" type="datetimeFigureOut">
              <a:rPr lang="en-IN" smtClean="0"/>
              <a:t>21-06-2025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AD7A07-09DD-4A8C-AFF3-C6C3A9E4D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A2CBD5-EF81-4AFF-97CA-7617B6B3B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B46B4-F012-4399-8082-7746EF20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64030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1DE142-BC7B-4BF7-9A71-5A01B2D90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83EB42-56ED-4629-8D99-9575FE0DFF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7617FA-AC8E-4982-A656-FDC8F4DA00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5AB10-5514-4102-A4C9-2AA44CD04D81}" type="datetimeFigureOut">
              <a:rPr lang="en-IN" smtClean="0"/>
              <a:t>21-06-2025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9482E3-13D5-4689-9E52-367D0FCD59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01888F-7070-4BB7-8762-E437D65A75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2B46B4-F012-4399-8082-7746EF20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4164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240A9-345E-4695-9646-5249D9D336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Module 5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E4F59D-0A76-4CE4-8463-FD4E832D0F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Deployment &amp; Wrap-Up</a:t>
            </a:r>
          </a:p>
        </p:txBody>
      </p:sp>
    </p:spTree>
    <p:extLst>
      <p:ext uri="{BB962C8B-B14F-4D97-AF65-F5344CB8AC3E}">
        <p14:creationId xmlns:p14="http://schemas.microsoft.com/office/powerpoint/2010/main" val="924028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DD74F-FD98-4C82-8C06-EBA2D3778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Tips to Scale &amp; Extend Agents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0647C3F-DCA6-493B-8BAC-203639AEE34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199" y="1893616"/>
            <a:ext cx="9076765" cy="36492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/>
              <a:t>Prompt Engineering for Precision</a:t>
            </a:r>
          </a:p>
          <a:p>
            <a:pPr lvl="1"/>
            <a:r>
              <a:rPr lang="en-US" sz="1600" dirty="0"/>
              <a:t>Craft clear, structured prompts to reduce ambiguity and improve agent output</a:t>
            </a:r>
          </a:p>
          <a:p>
            <a:pPr lvl="1"/>
            <a:r>
              <a:rPr lang="en-US" sz="1600" dirty="0"/>
              <a:t>Use role-based prompting and system messages for consistency</a:t>
            </a:r>
          </a:p>
          <a:p>
            <a:r>
              <a:rPr lang="en-US" sz="1600" dirty="0"/>
              <a:t>Memory Modules for Context Retention</a:t>
            </a:r>
          </a:p>
          <a:p>
            <a:pPr lvl="1"/>
            <a:r>
              <a:rPr lang="en-US" sz="1600" dirty="0"/>
              <a:t>Integrate short-term and long-term memory for contextual continuity</a:t>
            </a:r>
          </a:p>
          <a:p>
            <a:pPr lvl="1"/>
            <a:r>
              <a:rPr lang="en-US" sz="1600" dirty="0"/>
              <a:t>Apply conversation history buffers or vector memory stores</a:t>
            </a:r>
          </a:p>
          <a:p>
            <a:r>
              <a:rPr lang="en-US" sz="1600" dirty="0"/>
              <a:t>Feedback Loops</a:t>
            </a:r>
          </a:p>
          <a:p>
            <a:pPr lvl="1"/>
            <a:r>
              <a:rPr lang="en-US" sz="1600" dirty="0"/>
              <a:t>Use explicit or implicit user feedback to rate and improve responses</a:t>
            </a:r>
          </a:p>
          <a:p>
            <a:pPr lvl="1"/>
            <a:r>
              <a:rPr lang="en-US" sz="1600" dirty="0"/>
              <a:t>Train agents to adapt based on historical performance</a:t>
            </a:r>
          </a:p>
          <a:p>
            <a:r>
              <a:rPr lang="en-US" sz="1600" dirty="0"/>
              <a:t>Human-in-the-Loop Review</a:t>
            </a:r>
          </a:p>
          <a:p>
            <a:pPr lvl="1"/>
            <a:r>
              <a:rPr lang="en-US" sz="1600" dirty="0"/>
              <a:t>Allow manual review for critical or ambiguous agent actions</a:t>
            </a:r>
          </a:p>
          <a:p>
            <a:pPr lvl="1"/>
            <a:r>
              <a:rPr lang="en-US" sz="1600" dirty="0"/>
              <a:t>Blend automation with oversight for higher reliability</a:t>
            </a:r>
          </a:p>
        </p:txBody>
      </p:sp>
    </p:spTree>
    <p:extLst>
      <p:ext uri="{BB962C8B-B14F-4D97-AF65-F5344CB8AC3E}">
        <p14:creationId xmlns:p14="http://schemas.microsoft.com/office/powerpoint/2010/main" val="30567160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DD74F-FD98-4C82-8C06-EBA2D3778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Next Steps &amp; Future Enhancements</a:t>
            </a:r>
            <a:endParaRPr lang="en-US" b="1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0647C3F-DCA6-493B-8BAC-203639AEE34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199" y="2686653"/>
            <a:ext cx="9076765" cy="20631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1600" dirty="0"/>
              <a:t>Add agents for </a:t>
            </a:r>
            <a:r>
              <a:rPr lang="en-IN" sz="1600" b="1" dirty="0"/>
              <a:t>stock price forecasting</a:t>
            </a:r>
            <a:r>
              <a:rPr lang="en-IN" sz="1600" dirty="0"/>
              <a:t> using time series models</a:t>
            </a:r>
          </a:p>
          <a:p>
            <a:r>
              <a:rPr lang="en-IN" sz="1600" dirty="0"/>
              <a:t>Integrate </a:t>
            </a:r>
            <a:r>
              <a:rPr lang="en-IN" sz="1600" b="1" dirty="0"/>
              <a:t>visual agents</a:t>
            </a:r>
            <a:r>
              <a:rPr lang="en-IN" sz="1600" dirty="0"/>
              <a:t> for automatic chart generation</a:t>
            </a:r>
          </a:p>
          <a:p>
            <a:r>
              <a:rPr lang="en-IN" sz="1600" dirty="0"/>
              <a:t>Include </a:t>
            </a:r>
            <a:r>
              <a:rPr lang="en-IN" sz="1600" b="1" dirty="0"/>
              <a:t>sentiment analysis</a:t>
            </a:r>
            <a:r>
              <a:rPr lang="en-IN" sz="1600" dirty="0"/>
              <a:t> of market news</a:t>
            </a:r>
          </a:p>
          <a:p>
            <a:r>
              <a:rPr lang="en-IN" sz="1600" dirty="0"/>
              <a:t>Plug into external APIs (e.g., </a:t>
            </a:r>
            <a:r>
              <a:rPr lang="en-IN" sz="1600" b="1" dirty="0"/>
              <a:t>financial news, social sentiment</a:t>
            </a:r>
            <a:r>
              <a:rPr lang="en-IN" sz="1600" dirty="0"/>
              <a:t>)</a:t>
            </a:r>
            <a:endParaRPr lang="en-IN" sz="1600" b="1" dirty="0"/>
          </a:p>
          <a:p>
            <a:r>
              <a:rPr lang="en-IN" sz="1600" dirty="0"/>
              <a:t>Enable </a:t>
            </a:r>
            <a:r>
              <a:rPr lang="en-IN" sz="1600" b="1" dirty="0"/>
              <a:t>user history tracking</a:t>
            </a:r>
            <a:r>
              <a:rPr lang="en-IN" sz="1600" dirty="0"/>
              <a:t>, </a:t>
            </a:r>
            <a:r>
              <a:rPr lang="en-IN" sz="1600" b="1" dirty="0"/>
              <a:t>personalized dashboards</a:t>
            </a:r>
            <a:endParaRPr lang="en-IN" sz="1600" dirty="0"/>
          </a:p>
          <a:p>
            <a:r>
              <a:rPr lang="en-IN" sz="1600" dirty="0"/>
              <a:t>Add </a:t>
            </a:r>
            <a:r>
              <a:rPr lang="en-IN" sz="1600" b="1" dirty="0"/>
              <a:t>notifications</a:t>
            </a:r>
            <a:r>
              <a:rPr lang="en-IN" sz="1600" dirty="0"/>
              <a:t>, </a:t>
            </a:r>
            <a:r>
              <a:rPr lang="en-IN" sz="1600" b="1" dirty="0"/>
              <a:t>alerts</a:t>
            </a:r>
            <a:r>
              <a:rPr lang="en-IN" sz="1600" dirty="0"/>
              <a:t>, and </a:t>
            </a:r>
            <a:r>
              <a:rPr lang="en-IN" sz="1600" b="1" dirty="0"/>
              <a:t>summary exports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7374341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552</TotalTime>
  <Words>156</Words>
  <Application>Microsoft Office PowerPoint</Application>
  <PresentationFormat>Widescreen</PresentationFormat>
  <Paragraphs>25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Module 5</vt:lpstr>
      <vt:lpstr>Tips to Scale &amp; Extend Agents</vt:lpstr>
      <vt:lpstr>Next Steps &amp; Future Enhancements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</dc:title>
  <dc:creator>Nitin</dc:creator>
  <cp:lastModifiedBy>Nitin</cp:lastModifiedBy>
  <cp:revision>35</cp:revision>
  <dcterms:created xsi:type="dcterms:W3CDTF">2025-06-08T18:26:10Z</dcterms:created>
  <dcterms:modified xsi:type="dcterms:W3CDTF">2025-06-21T11:13:44Z</dcterms:modified>
</cp:coreProperties>
</file>