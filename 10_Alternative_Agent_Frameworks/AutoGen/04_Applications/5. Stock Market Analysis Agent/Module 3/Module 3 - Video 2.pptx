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14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Plan Agent Roles:</a:t>
            </a:r>
            <a:endParaRPr lang="en-US" dirty="0"/>
          </a:p>
          <a:p>
            <a:r>
              <a:rPr lang="en-US" b="1" dirty="0"/>
              <a:t>Before coding orchestration logic</a:t>
            </a:r>
            <a:endParaRPr lang="en-US" dirty="0"/>
          </a:p>
          <a:p>
            <a:r>
              <a:rPr lang="en-US" b="1" dirty="0"/>
              <a:t>When multiple skills/tools are involved</a:t>
            </a:r>
            <a:endParaRPr lang="en-US" dirty="0"/>
          </a:p>
          <a:p>
            <a:r>
              <a:rPr lang="en-US" b="1" dirty="0"/>
              <a:t>When output requires sequential reasoning or aggregation</a:t>
            </a:r>
            <a:endParaRPr lang="en-US" dirty="0"/>
          </a:p>
          <a:p>
            <a:r>
              <a:rPr lang="en-US" b="1" dirty="0"/>
              <a:t>During architecture design of multi-agent systems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53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AutoGen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7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226BD6-76B4-4637-8FEA-DE031DE935B4}"/>
              </a:ext>
            </a:extLst>
          </p:cNvPr>
          <p:cNvSpPr/>
          <p:nvPr/>
        </p:nvSpPr>
        <p:spPr>
          <a:xfrm>
            <a:off x="2043953" y="2747529"/>
            <a:ext cx="2698377" cy="851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0B0AD-CFD5-4B6B-8A78-BEF1ECFC2D61}"/>
              </a:ext>
            </a:extLst>
          </p:cNvPr>
          <p:cNvSpPr/>
          <p:nvPr/>
        </p:nvSpPr>
        <p:spPr>
          <a:xfrm>
            <a:off x="2577353" y="5477434"/>
            <a:ext cx="2223248" cy="6992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2 – Technical Analyst</a:t>
            </a: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6860CF-08DA-43CA-B61A-31BADBDB5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5866"/>
            <a:ext cx="9775004" cy="42375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Role: Perform technical analysis using predefined indicators</a:t>
            </a:r>
          </a:p>
          <a:p>
            <a:r>
              <a:rPr lang="en-US" altLang="en-US" sz="1600" dirty="0"/>
              <a:t>Responsibilities:</a:t>
            </a:r>
          </a:p>
          <a:p>
            <a:pPr lvl="1"/>
            <a:r>
              <a:rPr lang="en-US" altLang="en-US" sz="1600" dirty="0"/>
              <a:t>Analyze SMA, EMA, RSI, Last Close Price</a:t>
            </a:r>
          </a:p>
          <a:p>
            <a:pPr lvl="1"/>
            <a:r>
              <a:rPr lang="en-US" altLang="en-US" sz="1600" dirty="0"/>
              <a:t>Identify trends, patterns, and trading signals</a:t>
            </a:r>
          </a:p>
          <a:p>
            <a:r>
              <a:rPr lang="en-US" altLang="en-US" sz="1600" dirty="0"/>
              <a:t>Constraints:</a:t>
            </a:r>
          </a:p>
          <a:p>
            <a:pPr lvl="1"/>
            <a:r>
              <a:rPr lang="en-US" altLang="en-US" sz="1600" dirty="0"/>
              <a:t>No summaries or financial reports</a:t>
            </a:r>
          </a:p>
          <a:p>
            <a:pPr lvl="1"/>
            <a:r>
              <a:rPr lang="en-US" altLang="en-US" sz="1600" dirty="0"/>
              <a:t>Does not handle performance overview</a:t>
            </a:r>
          </a:p>
          <a:p>
            <a:pPr lvl="1"/>
            <a:r>
              <a:rPr lang="en-US" altLang="en-US" sz="1600" dirty="0"/>
              <a:t>No direct human input handling</a:t>
            </a:r>
          </a:p>
          <a:p>
            <a:r>
              <a:rPr lang="en-US" altLang="en-US" sz="1600" dirty="0"/>
              <a:t>Tool: </a:t>
            </a:r>
            <a:r>
              <a:rPr lang="en-US" altLang="en-US" sz="1600" dirty="0" err="1"/>
              <a:t>technical_analysis_tool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589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2: </a:t>
            </a:r>
            <a:r>
              <a:rPr lang="en-IN" dirty="0" err="1"/>
              <a:t>technical_analysis_tool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DBAC2-F1E4-4087-BA1F-FD0F11D4DE32}"/>
              </a:ext>
            </a:extLst>
          </p:cNvPr>
          <p:cNvSpPr/>
          <p:nvPr/>
        </p:nvSpPr>
        <p:spPr>
          <a:xfrm>
            <a:off x="6870844" y="1825625"/>
            <a:ext cx="4482956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"name": "</a:t>
            </a:r>
            <a:r>
              <a:rPr lang="en-US" sz="1200" dirty="0" err="1">
                <a:latin typeface="Consolas" panose="020B0609020204030204" pitchFamily="49" charset="0"/>
              </a:rPr>
              <a:t>technical_analysis_tool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"data":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"SMA_20": 188.45,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"EMA_20": 190.21,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"RSI": 62.8,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latin typeface="Consolas" panose="020B0609020204030204" pitchFamily="49" charset="0"/>
              </a:rPr>
              <a:t>Last_Close</a:t>
            </a:r>
            <a:r>
              <a:rPr lang="en-US" sz="1200" dirty="0">
                <a:latin typeface="Consolas" panose="020B0609020204030204" pitchFamily="49" charset="0"/>
              </a:rPr>
              <a:t>": 192.32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  <a:endParaRPr lang="en-IN" sz="1200" dirty="0"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6D3D26-CE21-4F8C-8FCB-86DD22D98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2312" y="1825625"/>
            <a:ext cx="5394618" cy="2284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Purpose: Perform basic technical indicator calculations</a:t>
            </a:r>
          </a:p>
          <a:p>
            <a:r>
              <a:rPr lang="en-US" altLang="en-US" sz="1600" dirty="0"/>
              <a:t>Metrics Extracted:</a:t>
            </a:r>
          </a:p>
          <a:p>
            <a:pPr lvl="1"/>
            <a:r>
              <a:rPr lang="en-US" altLang="en-US" sz="1200" dirty="0"/>
              <a:t>SMA (Simple Moving Avg) – 20-day</a:t>
            </a:r>
          </a:p>
          <a:p>
            <a:pPr lvl="1"/>
            <a:r>
              <a:rPr lang="en-US" altLang="en-US" sz="1200" dirty="0"/>
              <a:t>EMA (Exponential Moving Avg) – 20-day</a:t>
            </a:r>
          </a:p>
          <a:p>
            <a:pPr lvl="1"/>
            <a:r>
              <a:rPr lang="en-US" altLang="en-US" sz="1200" dirty="0"/>
              <a:t>RSI (Relative Strength Index) – 14-day</a:t>
            </a:r>
          </a:p>
          <a:p>
            <a:pPr lvl="1"/>
            <a:r>
              <a:rPr lang="en-US" altLang="en-US" sz="1200" dirty="0"/>
              <a:t>Last close price</a:t>
            </a:r>
          </a:p>
          <a:p>
            <a:r>
              <a:rPr lang="en-US" altLang="en-US" sz="1600" dirty="0"/>
              <a:t>Used by: </a:t>
            </a:r>
            <a:r>
              <a:rPr lang="en-US" altLang="en-US" sz="1600" dirty="0" err="1"/>
              <a:t>technical_analyst</a:t>
            </a:r>
            <a:r>
              <a:rPr lang="en-US" altLang="en-US" sz="1600" dirty="0"/>
              <a:t> to detect trends and momentum</a:t>
            </a:r>
          </a:p>
          <a:p>
            <a:r>
              <a:rPr lang="en-US" altLang="en-US" sz="1600" dirty="0"/>
              <a:t>Error Handling: Graceful fallback with error message in JSON</a:t>
            </a:r>
          </a:p>
          <a:p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2276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219</Words>
  <Application>Microsoft Office PowerPoint</Application>
  <PresentationFormat>Widescreen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Module 3</vt:lpstr>
      <vt:lpstr>Agents and Tools for Financial Analysis </vt:lpstr>
      <vt:lpstr>Agent 2 – Technical Analyst</vt:lpstr>
      <vt:lpstr>Tool 2: technical_analysis_tool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26</cp:revision>
  <dcterms:created xsi:type="dcterms:W3CDTF">2025-06-08T18:26:10Z</dcterms:created>
  <dcterms:modified xsi:type="dcterms:W3CDTF">2025-06-21T10:40:19Z</dcterms:modified>
</cp:coreProperties>
</file>