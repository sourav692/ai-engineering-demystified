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4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41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to Plan Agent Roles:</a:t>
            </a:r>
            <a:endParaRPr lang="en-US" dirty="0"/>
          </a:p>
          <a:p>
            <a:r>
              <a:rPr lang="en-US" b="1" dirty="0"/>
              <a:t>Before coding orchestration logic</a:t>
            </a:r>
            <a:endParaRPr lang="en-US" dirty="0"/>
          </a:p>
          <a:p>
            <a:r>
              <a:rPr lang="en-US" b="1" dirty="0"/>
              <a:t>When multiple skills/tools are involved</a:t>
            </a:r>
            <a:endParaRPr lang="en-US" dirty="0"/>
          </a:p>
          <a:p>
            <a:r>
              <a:rPr lang="en-US" b="1" dirty="0"/>
              <a:t>When output requires sequential reasoning or aggregation</a:t>
            </a:r>
            <a:endParaRPr lang="en-US" dirty="0"/>
          </a:p>
          <a:p>
            <a:r>
              <a:rPr lang="en-US" b="1" dirty="0"/>
              <a:t>During architecture design of multi-agent systems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54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AI Agents with </a:t>
            </a:r>
            <a:r>
              <a:rPr lang="en-US" dirty="0" err="1"/>
              <a:t>AutoGen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7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Tools for Financial Analysis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FBB63-25D2-40C6-8D2B-3438AD6F2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8" y="1557124"/>
            <a:ext cx="11797143" cy="48021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226BD6-76B4-4637-8FEA-DE031DE935B4}"/>
              </a:ext>
            </a:extLst>
          </p:cNvPr>
          <p:cNvSpPr/>
          <p:nvPr/>
        </p:nvSpPr>
        <p:spPr>
          <a:xfrm>
            <a:off x="4410635" y="1837765"/>
            <a:ext cx="2698377" cy="851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0B0AD-CFD5-4B6B-8A78-BEF1ECFC2D61}"/>
              </a:ext>
            </a:extLst>
          </p:cNvPr>
          <p:cNvSpPr/>
          <p:nvPr/>
        </p:nvSpPr>
        <p:spPr>
          <a:xfrm>
            <a:off x="304800" y="5450540"/>
            <a:ext cx="2223248" cy="6992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1 – Finance Reporting Analyst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93EC3-49FD-4110-AE32-C3804BD6F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/>
              <a:t>Role: Generate markdown-based financial reports from stock data</a:t>
            </a:r>
          </a:p>
          <a:p>
            <a:r>
              <a:rPr lang="en-IN" sz="1600" dirty="0"/>
              <a:t>Responsibilities:</a:t>
            </a:r>
          </a:p>
          <a:p>
            <a:pPr lvl="1"/>
            <a:r>
              <a:rPr lang="en-IN" sz="1600" dirty="0"/>
              <a:t>Fetch data via tools</a:t>
            </a:r>
          </a:p>
          <a:p>
            <a:pPr lvl="1"/>
            <a:r>
              <a:rPr lang="en-IN" sz="1600" dirty="0"/>
              <a:t>Compute financial metrics, ratios</a:t>
            </a:r>
          </a:p>
          <a:p>
            <a:pPr lvl="1"/>
            <a:r>
              <a:rPr lang="en-IN" sz="1600" dirty="0"/>
              <a:t>Create initial analysis report in a markdown format</a:t>
            </a:r>
          </a:p>
          <a:p>
            <a:r>
              <a:rPr lang="en-IN" sz="1600" dirty="0"/>
              <a:t>Constraints: No hallucinations, must reflect uncertainty</a:t>
            </a:r>
          </a:p>
          <a:p>
            <a:r>
              <a:rPr lang="en-IN" sz="1600" dirty="0"/>
              <a:t>Tool Used: </a:t>
            </a:r>
            <a:r>
              <a:rPr lang="en-IN" sz="1600" dirty="0" err="1"/>
              <a:t>finance_data_fetch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8251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 1: </a:t>
            </a:r>
            <a:r>
              <a:rPr lang="en-IN" dirty="0" err="1"/>
              <a:t>finance_data_fetch</a:t>
            </a:r>
            <a:endParaRPr lang="en-US" b="1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1FE4BE3-0D12-426B-AB14-BD0B03D6CB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600" dirty="0"/>
              <a:t>Purpose: Fetch basic financial and historical stock data</a:t>
            </a:r>
          </a:p>
          <a:p>
            <a:r>
              <a:rPr lang="en-US" altLang="en-US" sz="1600" dirty="0"/>
              <a:t>Inputs: stock ticker, period (optional, default = 1mo)</a:t>
            </a:r>
          </a:p>
          <a:p>
            <a:r>
              <a:rPr lang="en-US" altLang="en-US" sz="1600" dirty="0"/>
              <a:t>Metrics Extracted:</a:t>
            </a:r>
          </a:p>
          <a:p>
            <a:pPr lvl="1"/>
            <a:r>
              <a:rPr lang="en-US" altLang="en-US" sz="1200" dirty="0"/>
              <a:t>Company info (name, market cap, price, ratios)</a:t>
            </a:r>
          </a:p>
          <a:p>
            <a:pPr lvl="1"/>
            <a:r>
              <a:rPr lang="en-US" altLang="en-US" sz="1200" dirty="0"/>
              <a:t>Historical closing prices</a:t>
            </a:r>
          </a:p>
          <a:p>
            <a:r>
              <a:rPr lang="en-US" altLang="en-US" sz="1600" dirty="0"/>
              <a:t>Used by: </a:t>
            </a:r>
            <a:r>
              <a:rPr lang="en-US" altLang="en-US" sz="1600" dirty="0" err="1"/>
              <a:t>finance_reporting_analyst</a:t>
            </a:r>
            <a:r>
              <a:rPr lang="en-US" altLang="en-US" sz="1600" dirty="0"/>
              <a:t>	</a:t>
            </a:r>
          </a:p>
          <a:p>
            <a:r>
              <a:rPr lang="en-US" altLang="en-US" sz="1600" dirty="0"/>
              <a:t>Error Handling: Graceful fallback with error message in JSON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DBAC2-F1E4-4087-BA1F-FD0F11D4DE32}"/>
              </a:ext>
            </a:extLst>
          </p:cNvPr>
          <p:cNvSpPr/>
          <p:nvPr/>
        </p:nvSpPr>
        <p:spPr>
          <a:xfrm>
            <a:off x="6870844" y="1825625"/>
            <a:ext cx="4482956" cy="41549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"name": "</a:t>
            </a:r>
            <a:r>
              <a:rPr lang="en-IN" sz="1200" dirty="0" err="1">
                <a:latin typeface="Consolas" panose="020B0609020204030204" pitchFamily="49" charset="0"/>
              </a:rPr>
              <a:t>finance_data_fetch</a:t>
            </a:r>
            <a:r>
              <a:rPr lang="en-IN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"data":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"name": "Apple Inc.",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"symbol": "AAPL",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currentPrice</a:t>
            </a:r>
            <a:r>
              <a:rPr lang="en-IN" sz="1200" dirty="0">
                <a:latin typeface="Consolas" panose="020B0609020204030204" pitchFamily="49" charset="0"/>
              </a:rPr>
              <a:t>": 192.32,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"currency": "USD",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"summary": "Apple Inc. designs, manufactures, and markets smartphones, personal computers, tablets...",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marketCap</a:t>
            </a:r>
            <a:r>
              <a:rPr lang="en-IN" sz="1200" dirty="0">
                <a:latin typeface="Consolas" panose="020B0609020204030204" pitchFamily="49" charset="0"/>
              </a:rPr>
              <a:t>": 3000000000000,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peRatio</a:t>
            </a:r>
            <a:r>
              <a:rPr lang="en-IN" sz="1200" dirty="0">
                <a:latin typeface="Consolas" panose="020B0609020204030204" pitchFamily="49" charset="0"/>
              </a:rPr>
              <a:t>": 29.87,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priceToBook</a:t>
            </a:r>
            <a:r>
              <a:rPr lang="en-IN" sz="1200" dirty="0">
                <a:latin typeface="Consolas" panose="020B0609020204030204" pitchFamily="49" charset="0"/>
              </a:rPr>
              <a:t>": 45.3,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"dividend": 0.92,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recentClosePrices</a:t>
            </a:r>
            <a:r>
              <a:rPr lang="en-IN" sz="1200" dirty="0">
                <a:latin typeface="Consolas" panose="020B0609020204030204" pitchFamily="49" charset="0"/>
              </a:rPr>
              <a:t>":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"2024-06-01": 189.50,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"2024-06-02": 190.40,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"2024-06-03": 191.70,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  "2024-06-04": 192.32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268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287</Words>
  <Application>Microsoft Office PowerPoint</Application>
  <PresentationFormat>Widescreen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Module 3</vt:lpstr>
      <vt:lpstr>Agents and Tools for Financial Analysis </vt:lpstr>
      <vt:lpstr>Agent 1 – Finance Reporting Analyst</vt:lpstr>
      <vt:lpstr>Tool 1: finance_data_fetch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25</cp:revision>
  <dcterms:created xsi:type="dcterms:W3CDTF">2025-06-08T18:26:10Z</dcterms:created>
  <dcterms:modified xsi:type="dcterms:W3CDTF">2025-06-21T10:40:13Z</dcterms:modified>
</cp:coreProperties>
</file>