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v3XgKtuXoJUwIoZNKSLeMR8fB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Module 4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UI Development &amp; Agent Integration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User Interface Design -Requirements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Designing the Frontend UI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Crafted wireframes for a clean, intuitive dashboard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Components: Search input, API key option, Static Stock info,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Focused on responsive design for desktop, tablet, and mobile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Implementing UI with Streamlit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Built dynamic UI using Streamlit components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Integrated: Forms, dropdowns, password fields and results panels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Ensured real-time updates with loading indicators and status feedback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Handled agent-triggered backend workflows seamlessly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User Interface Design</a:t>
            </a:r>
            <a:endParaRPr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174" y="1682007"/>
            <a:ext cx="9425651" cy="452470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2025-06-08T18:26:10Z</dcterms:created>
  <dc:creator>Nitin</dc:creator>
</cp:coreProperties>
</file>